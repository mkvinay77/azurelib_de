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6" r:id="rId3"/>
    <p:sldId id="257" r:id="rId4"/>
    <p:sldId id="259" r:id="rId5"/>
    <p:sldId id="275" r:id="rId6"/>
    <p:sldId id="260" r:id="rId7"/>
    <p:sldId id="276" r:id="rId8"/>
    <p:sldId id="271" r:id="rId9"/>
    <p:sldId id="262" r:id="rId10"/>
    <p:sldId id="265" r:id="rId11"/>
    <p:sldId id="266" r:id="rId12"/>
    <p:sldId id="277" r:id="rId13"/>
    <p:sldId id="267" r:id="rId14"/>
    <p:sldId id="274" r:id="rId15"/>
    <p:sldId id="337" r:id="rId16"/>
    <p:sldId id="33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92" autoAdjust="0"/>
  </p:normalViewPr>
  <p:slideViewPr>
    <p:cSldViewPr>
      <p:cViewPr varScale="1">
        <p:scale>
          <a:sx n="67" d="100"/>
          <a:sy n="67" d="100"/>
        </p:scale>
        <p:origin x="64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69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067B1-A9F9-4C7B-85DC-755B0C4108E7}" type="datetimeFigureOut">
              <a:rPr lang="en-US" smtClean="0"/>
              <a:pPr/>
              <a:t>5/14/2023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47FDF-3639-4145-882F-AEAF33A7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Project: Smart Policy Data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D1BD-B89B-9B7E-4DD2-1877D1FBE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90"/>
          </a:xfrm>
        </p:spPr>
        <p:txBody>
          <a:bodyPr>
            <a:normAutofit fontScale="90000"/>
          </a:bodyPr>
          <a:lstStyle/>
          <a:p>
            <a:pPr algn="l"/>
            <a:r>
              <a:rPr lang="en-US"/>
              <a:t>Brief Summary-Deepak Goyal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003BC-1F72-8163-2F57-C65A0F068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761"/>
            <a:ext cx="10972800" cy="4857404"/>
          </a:xfrm>
        </p:spPr>
        <p:txBody>
          <a:bodyPr/>
          <a:lstStyle/>
          <a:p>
            <a:r>
              <a:rPr lang="en-US" dirty="0"/>
              <a:t>15 </a:t>
            </a:r>
            <a:r>
              <a:rPr lang="en-US" dirty="0" err="1"/>
              <a:t>yrs</a:t>
            </a:r>
            <a:r>
              <a:rPr lang="en-US" dirty="0"/>
              <a:t> + experienced IT Professional</a:t>
            </a:r>
          </a:p>
          <a:p>
            <a:r>
              <a:rPr lang="en-US" dirty="0"/>
              <a:t>Microsoft Certified Trainer / Certified Cloud Solution Architect</a:t>
            </a:r>
          </a:p>
          <a:p>
            <a:r>
              <a:rPr lang="en-US" dirty="0"/>
              <a:t>One of the most popular Azure Instructor across world</a:t>
            </a:r>
          </a:p>
          <a:p>
            <a:r>
              <a:rPr lang="en-US" dirty="0"/>
              <a:t>Taught Azure </a:t>
            </a:r>
            <a:r>
              <a:rPr lang="en-US"/>
              <a:t>to 50k</a:t>
            </a:r>
            <a:r>
              <a:rPr lang="en-US" dirty="0"/>
              <a:t>+ working professional </a:t>
            </a:r>
            <a:r>
              <a:rPr lang="en-US"/>
              <a:t>across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63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58204" cy="9397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Project: Smart Policy Data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00" dirty="0" err="1"/>
              <a:t>VInsure</a:t>
            </a:r>
            <a:r>
              <a:rPr lang="en-US" sz="2300" dirty="0"/>
              <a:t> is an insurance company who sells insurance policy to retail customers. </a:t>
            </a:r>
          </a:p>
          <a:p>
            <a:r>
              <a:rPr lang="en-US" sz="2300" dirty="0"/>
              <a:t>In this project, trainees will develop an end-to-end data engineering pipeline for an insurance company to analyze claims data and perform customer segmentation. </a:t>
            </a:r>
          </a:p>
          <a:p>
            <a:r>
              <a:rPr lang="en-US" sz="2300" dirty="0"/>
              <a:t>This will help the company to better understand their customers' needs and tailor their offerings accordingly.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58204" cy="939784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/>
              <a:t>Project: Smart Policy Data System- High Level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These are the source system:</a:t>
            </a:r>
          </a:p>
          <a:p>
            <a:pPr lvl="1"/>
            <a:r>
              <a:rPr lang="en-US" sz="2000" dirty="0"/>
              <a:t>Rest API (To fetch demographic info)</a:t>
            </a:r>
          </a:p>
          <a:p>
            <a:pPr lvl="1"/>
            <a:r>
              <a:rPr lang="en-US" sz="2000" dirty="0"/>
              <a:t>CSV Files</a:t>
            </a:r>
          </a:p>
          <a:p>
            <a:pPr lvl="1"/>
            <a:r>
              <a:rPr lang="en-US" sz="2000" dirty="0"/>
              <a:t>JSON Files</a:t>
            </a:r>
          </a:p>
          <a:p>
            <a:pPr lvl="1"/>
            <a:r>
              <a:rPr lang="en-US" sz="2000" dirty="0"/>
              <a:t>SQL Server DB</a:t>
            </a:r>
          </a:p>
          <a:p>
            <a:r>
              <a:rPr lang="en-US" sz="2400" dirty="0"/>
              <a:t>Plan is to build the 3 layered (Bronze/Silver/Gold) architecture.</a:t>
            </a:r>
          </a:p>
          <a:p>
            <a:r>
              <a:rPr lang="en-US" sz="2400" dirty="0"/>
              <a:t>Data contains lot of inconsistency and needs some cleaning.</a:t>
            </a:r>
          </a:p>
          <a:p>
            <a:r>
              <a:rPr lang="en-US" sz="2400" dirty="0"/>
              <a:t>Once cleanup done, multiple transformation is required.</a:t>
            </a:r>
          </a:p>
          <a:p>
            <a:r>
              <a:rPr lang="en-US" sz="2400" dirty="0"/>
              <a:t>Final layer i.e. the gold layer will be stored as Data </a:t>
            </a:r>
            <a:r>
              <a:rPr lang="en-US" sz="2400" dirty="0" err="1"/>
              <a:t>lakehouse</a:t>
            </a:r>
            <a:r>
              <a:rPr lang="en-US" sz="2400" dirty="0"/>
              <a:t> in Databricks.</a:t>
            </a:r>
          </a:p>
          <a:p>
            <a:r>
              <a:rPr lang="en-US" sz="2400" dirty="0"/>
              <a:t>Later on this gold layer data will be accessed by </a:t>
            </a:r>
            <a:r>
              <a:rPr lang="en-US" sz="2400" dirty="0" err="1"/>
              <a:t>PowerBI</a:t>
            </a:r>
            <a:r>
              <a:rPr lang="en-US" sz="2400" dirty="0"/>
              <a:t> for visualization and reporting purpose.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/>
              <a:t>Project</a:t>
            </a:r>
            <a:br>
              <a:rPr lang="en-US" dirty="0"/>
            </a:br>
            <a:r>
              <a:rPr lang="en-US" dirty="0"/>
              <a:t> Flow Diagram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155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332656"/>
            <a:ext cx="8258204" cy="9397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Project: Flow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D7D30-4F7C-AD98-EE1D-3E7484C8D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556792"/>
            <a:ext cx="8175852" cy="3839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/>
              <a:t>Project</a:t>
            </a:r>
            <a:br>
              <a:rPr lang="en-US" dirty="0"/>
            </a:br>
            <a:r>
              <a:rPr lang="en-US" dirty="0"/>
              <a:t> Additional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9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2" y="476672"/>
            <a:ext cx="8258204" cy="9397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Project: Additional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1639341"/>
            <a:ext cx="109728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Few points to consider:</a:t>
            </a:r>
          </a:p>
          <a:p>
            <a:pPr lvl="1"/>
            <a:r>
              <a:rPr lang="en-US" sz="2000" dirty="0"/>
              <a:t>Branch data, Claim data, Agent data we get from Azure SQL DB. </a:t>
            </a:r>
          </a:p>
          <a:p>
            <a:pPr lvl="1"/>
            <a:r>
              <a:rPr lang="en-US" sz="2000" dirty="0"/>
              <a:t>Policy Data is send once every day by upstream system in ADLS container in JSON format.</a:t>
            </a:r>
          </a:p>
          <a:p>
            <a:pPr lvl="1"/>
            <a:r>
              <a:rPr lang="en-US" sz="2000" dirty="0"/>
              <a:t>Customer Information is send once every day by upstream system in ADLS container in CSV format.</a:t>
            </a:r>
          </a:p>
          <a:p>
            <a:pPr lvl="1"/>
            <a:r>
              <a:rPr lang="en-US" sz="2000" dirty="0"/>
              <a:t>Weather data is fetch from Rest API every day.</a:t>
            </a:r>
          </a:p>
          <a:p>
            <a:r>
              <a:rPr lang="en-US" sz="2400" dirty="0"/>
              <a:t>Plan is to create 3 layered Data lake house architecture.</a:t>
            </a:r>
          </a:p>
          <a:p>
            <a:r>
              <a:rPr lang="en-US" sz="2400" dirty="0"/>
              <a:t>Final data will be used by </a:t>
            </a:r>
            <a:r>
              <a:rPr lang="en-US" sz="2400" dirty="0" err="1"/>
              <a:t>PowerBI</a:t>
            </a:r>
            <a:endParaRPr lang="en-US" sz="2400" dirty="0"/>
          </a:p>
          <a:p>
            <a:r>
              <a:rPr lang="en-US" sz="2400" dirty="0"/>
              <a:t>Keeping best practice included while designing solution.</a:t>
            </a:r>
          </a:p>
          <a:p>
            <a:r>
              <a:rPr lang="en-US" sz="2400" dirty="0"/>
              <a:t>All the sample data included in the course resource section.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32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/>
              <a:t>Your Task</a:t>
            </a:r>
            <a:br>
              <a:rPr lang="en-US" dirty="0"/>
            </a:br>
            <a:r>
              <a:rPr lang="en-US" dirty="0"/>
              <a:t> Think and Create Architecture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/>
              <a:t>Project</a:t>
            </a:r>
            <a:br>
              <a:rPr lang="en-US" dirty="0"/>
            </a:br>
            <a:r>
              <a:rPr lang="en-US" dirty="0"/>
              <a:t> Architecture Diagram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8572" y="-31907"/>
            <a:ext cx="8258204" cy="9397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Project: 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8D2C2-ED34-B032-66B1-80E99835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458" y="999545"/>
            <a:ext cx="8460432" cy="56026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/>
              <a:t>Project</a:t>
            </a:r>
            <a:br>
              <a:rPr lang="en-US" dirty="0"/>
            </a:br>
            <a:r>
              <a:rPr lang="en-US" dirty="0"/>
              <a:t> Components Needed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3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58204" cy="9397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Project: Service Components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6102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ADLS Account to hold input CSV, JSON, SQL, Rest data</a:t>
            </a:r>
          </a:p>
          <a:p>
            <a:r>
              <a:rPr lang="en-US" sz="2400" dirty="0"/>
              <a:t>ADF account to create the pipeline</a:t>
            </a:r>
          </a:p>
          <a:p>
            <a:r>
              <a:rPr lang="en-US" sz="2400" dirty="0" err="1"/>
              <a:t>Azue</a:t>
            </a:r>
            <a:r>
              <a:rPr lang="en-US" sz="2400" dirty="0"/>
              <a:t> SQLDB to use as input data source</a:t>
            </a:r>
          </a:p>
          <a:p>
            <a:r>
              <a:rPr lang="en-US" sz="2400" dirty="0"/>
              <a:t>Databricks account to create notebook and data </a:t>
            </a:r>
            <a:r>
              <a:rPr lang="en-US" sz="2400" dirty="0" err="1"/>
              <a:t>lakehouse</a:t>
            </a:r>
            <a:endParaRPr lang="en-US" sz="2400" dirty="0"/>
          </a:p>
          <a:p>
            <a:r>
              <a:rPr lang="en-US" sz="2400" dirty="0"/>
              <a:t>Key Vault to store secrets</a:t>
            </a:r>
          </a:p>
          <a:p>
            <a:r>
              <a:rPr lang="en-US" sz="2400" dirty="0"/>
              <a:t>Azure </a:t>
            </a:r>
            <a:r>
              <a:rPr lang="en-US" sz="2400" dirty="0" err="1"/>
              <a:t>devops</a:t>
            </a:r>
            <a:r>
              <a:rPr lang="en-US" sz="2400" dirty="0"/>
              <a:t> GIT for CI/CD</a:t>
            </a:r>
          </a:p>
          <a:p>
            <a:r>
              <a:rPr lang="en-US" sz="2400" dirty="0"/>
              <a:t>Power BI  is optional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73893-D172-A3F1-144D-E135996B9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1412776"/>
            <a:ext cx="5610200" cy="44126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58204" cy="9397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Project: Cleanup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ADF account to create the pipeline</a:t>
            </a:r>
          </a:p>
          <a:p>
            <a:r>
              <a:rPr lang="en-US" sz="2400" dirty="0" err="1"/>
              <a:t>Azue</a:t>
            </a:r>
            <a:r>
              <a:rPr lang="en-US" sz="2400" dirty="0"/>
              <a:t> SQLDB to use as input data source</a:t>
            </a:r>
          </a:p>
          <a:p>
            <a:r>
              <a:rPr lang="en-US" sz="2400" dirty="0"/>
              <a:t>Databricks account to create notebook and </a:t>
            </a:r>
            <a:r>
              <a:rPr lang="en-US" sz="2400" dirty="0" err="1"/>
              <a:t>datalakehouse</a:t>
            </a:r>
            <a:endParaRPr lang="en-US" sz="2400" dirty="0"/>
          </a:p>
          <a:p>
            <a:r>
              <a:rPr lang="en-US" sz="2400" dirty="0"/>
              <a:t>Key Vault to store </a:t>
            </a:r>
            <a:r>
              <a:rPr lang="en-US" sz="2400" dirty="0" err="1"/>
              <a:t>scerets</a:t>
            </a:r>
            <a:endParaRPr lang="en-US" sz="2400" dirty="0"/>
          </a:p>
          <a:p>
            <a:r>
              <a:rPr lang="en-US" sz="2400" dirty="0"/>
              <a:t>Azure </a:t>
            </a:r>
            <a:r>
              <a:rPr lang="en-US" sz="2400" dirty="0" err="1"/>
              <a:t>devops</a:t>
            </a:r>
            <a:r>
              <a:rPr lang="en-US" sz="2400" dirty="0"/>
              <a:t> GIT for CI/CD</a:t>
            </a:r>
          </a:p>
          <a:p>
            <a:r>
              <a:rPr lang="en-US" sz="2400" dirty="0"/>
              <a:t>Power BI  is optional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5573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58204" cy="9397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Bronze Layer- Create Agent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Agent data is available in </a:t>
            </a:r>
            <a:r>
              <a:rPr lang="en-US" sz="2400" b="1" dirty="0"/>
              <a:t>landing/</a:t>
            </a:r>
            <a:r>
              <a:rPr lang="en-US" sz="2400" b="1" dirty="0" err="1"/>
              <a:t>AgentData</a:t>
            </a:r>
            <a:r>
              <a:rPr lang="en-US" sz="2400" dirty="0"/>
              <a:t> in ADLS</a:t>
            </a:r>
          </a:p>
          <a:p>
            <a:r>
              <a:rPr lang="en-US" sz="2400" dirty="0"/>
              <a:t>Load the data as the </a:t>
            </a:r>
            <a:r>
              <a:rPr lang="en-US" sz="2400" b="1" dirty="0"/>
              <a:t>Agent</a:t>
            </a:r>
            <a:r>
              <a:rPr lang="en-US" sz="2400" dirty="0"/>
              <a:t> table (delta table) in Databricks.</a:t>
            </a:r>
          </a:p>
          <a:p>
            <a:r>
              <a:rPr lang="en-US" sz="2400" dirty="0"/>
              <a:t>Location of delta table is  </a:t>
            </a:r>
            <a:r>
              <a:rPr lang="en-US" sz="2400" b="1" dirty="0" err="1"/>
              <a:t>bronzelayer</a:t>
            </a:r>
            <a:r>
              <a:rPr lang="en-US" sz="2400" b="1" dirty="0"/>
              <a:t>/Agent</a:t>
            </a:r>
            <a:r>
              <a:rPr lang="en-US" sz="2400" dirty="0"/>
              <a:t> in ADLS</a:t>
            </a:r>
          </a:p>
          <a:p>
            <a:r>
              <a:rPr lang="en-US" sz="2400" dirty="0"/>
              <a:t>Once the data get loaded in table, move the file in into </a:t>
            </a:r>
            <a:r>
              <a:rPr lang="en-US" sz="2400" b="1" dirty="0"/>
              <a:t>processed/</a:t>
            </a:r>
            <a:r>
              <a:rPr lang="en-US" sz="2400" b="1" dirty="0" err="1"/>
              <a:t>AgentData</a:t>
            </a:r>
            <a:r>
              <a:rPr lang="en-US" sz="2400" dirty="0"/>
              <a:t> folder in ADLS.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886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58204" cy="9397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Silver Layer- Load Branch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the delta table </a:t>
            </a:r>
            <a:r>
              <a:rPr lang="en-US" sz="2400" b="1" dirty="0" err="1"/>
              <a:t>silverlayer.Branch</a:t>
            </a:r>
            <a:r>
              <a:rPr lang="en-US" sz="2400" dirty="0"/>
              <a:t>  in path </a:t>
            </a:r>
            <a:r>
              <a:rPr lang="en-US" sz="2400" b="1" dirty="0" err="1"/>
              <a:t>silverlayer</a:t>
            </a:r>
            <a:r>
              <a:rPr lang="en-US" sz="2400" b="1" dirty="0"/>
              <a:t>/Branch</a:t>
            </a:r>
            <a:r>
              <a:rPr lang="en-US" sz="2400" dirty="0"/>
              <a:t> in ADLS</a:t>
            </a:r>
          </a:p>
          <a:p>
            <a:r>
              <a:rPr lang="en-US" sz="2400" dirty="0"/>
              <a:t>Add the </a:t>
            </a:r>
            <a:r>
              <a:rPr lang="en-US" sz="2400" dirty="0" err="1"/>
              <a:t>merged_timestamp</a:t>
            </a:r>
            <a:r>
              <a:rPr lang="en-US" sz="2400" dirty="0"/>
              <a:t> column in silver layer branch table</a:t>
            </a:r>
          </a:p>
          <a:p>
            <a:r>
              <a:rPr lang="en-US" sz="2400" dirty="0"/>
              <a:t>Load the data from the </a:t>
            </a:r>
            <a:r>
              <a:rPr lang="en-US" sz="2400" b="1" dirty="0" err="1"/>
              <a:t>bronzelayer.Branch</a:t>
            </a:r>
            <a:r>
              <a:rPr lang="en-US" sz="2400" dirty="0"/>
              <a:t> table.</a:t>
            </a:r>
          </a:p>
          <a:p>
            <a:r>
              <a:rPr lang="en-US" sz="2400" dirty="0"/>
              <a:t>While loading pull only the data where </a:t>
            </a:r>
            <a:r>
              <a:rPr lang="en-US" sz="2400" b="1" dirty="0" err="1"/>
              <a:t>merged_flag</a:t>
            </a:r>
            <a:r>
              <a:rPr lang="en-US" sz="2400" dirty="0"/>
              <a:t> is </a:t>
            </a:r>
            <a:r>
              <a:rPr lang="en-US" sz="2400" b="1" dirty="0"/>
              <a:t>false</a:t>
            </a:r>
            <a:r>
              <a:rPr lang="en-US" sz="2400" dirty="0"/>
              <a:t>.</a:t>
            </a:r>
          </a:p>
          <a:p>
            <a:r>
              <a:rPr lang="en-US" sz="2400" dirty="0"/>
              <a:t>Do the cleanup/transformation and then merge the data in </a:t>
            </a:r>
            <a:r>
              <a:rPr lang="en-US" sz="2400" b="1" dirty="0" err="1"/>
              <a:t>silverlayer</a:t>
            </a:r>
            <a:r>
              <a:rPr lang="en-US" sz="2400" b="1" dirty="0"/>
              <a:t>/Branch</a:t>
            </a:r>
            <a:r>
              <a:rPr lang="en-US" sz="2400" dirty="0"/>
              <a:t> table.</a:t>
            </a:r>
          </a:p>
          <a:p>
            <a:r>
              <a:rPr lang="en-US" sz="2400" dirty="0"/>
              <a:t>Update the </a:t>
            </a:r>
            <a:r>
              <a:rPr lang="en-US" sz="2400" b="1" dirty="0" err="1"/>
              <a:t>merge_flag</a:t>
            </a:r>
            <a:r>
              <a:rPr lang="en-US" sz="2400" b="1" dirty="0"/>
              <a:t> = true</a:t>
            </a:r>
            <a:r>
              <a:rPr lang="en-US" sz="2400" dirty="0"/>
              <a:t> for within the </a:t>
            </a:r>
            <a:r>
              <a:rPr lang="en-US" sz="2400" b="1" dirty="0" err="1"/>
              <a:t>bronzelayer.Branch</a:t>
            </a:r>
            <a:r>
              <a:rPr lang="en-US" sz="2400" dirty="0"/>
              <a:t> table.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758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2C69-5546-7792-749E-3618CA93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Resume Write Up For this Project-1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B4A05-7AA3-53BB-8730-444171DB4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70912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Developed an end-to-end data engineering pipeline for a top insurance company, enhancing claims analysis and customer segmentation. Key achievements include:</a:t>
            </a:r>
          </a:p>
          <a:p>
            <a:endParaRPr lang="en-US" dirty="0"/>
          </a:p>
          <a:p>
            <a:pPr lvl="1"/>
            <a:r>
              <a:rPr lang="en-US" dirty="0"/>
              <a:t>Ingested and stored multi-source data into Azure Data Lake Storage (ADLS) Gen2, improving data accessibility by 30%.</a:t>
            </a:r>
          </a:p>
          <a:p>
            <a:pPr lvl="1"/>
            <a:r>
              <a:rPr lang="en-US" dirty="0"/>
              <a:t>Processed and transformed raw data with Azure Synapse Analytics, resulting in a 25% reduction in data processing time.</a:t>
            </a:r>
          </a:p>
          <a:p>
            <a:pPr lvl="1"/>
            <a:r>
              <a:rPr lang="en-US" dirty="0"/>
              <a:t>Conducted advanced analytics using Azure Databricks, identifying 5 distinct customer segments for targeted marketing.</a:t>
            </a:r>
          </a:p>
          <a:p>
            <a:pPr lvl="1"/>
            <a:r>
              <a:rPr lang="en-US" dirty="0"/>
              <a:t>Automated the data pipeline with Azure Data Factory (ADF), increasing operational efficiency by 20%.</a:t>
            </a:r>
          </a:p>
          <a:p>
            <a:r>
              <a:rPr lang="en-US" dirty="0"/>
              <a:t>The project led to a 15% increase in targeted marketing effectiveness and reduced customer churn by 10%.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009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2C69-5546-7792-749E-3618CA93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Resume Write Up For this Project-2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B4A05-7AA3-53BB-8730-444171DB4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70912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Architected and implemented an end-to-end data engineering pipeline for a top insurance company, handling 5 TB of claims data to enhance analysis and customer segmentation. Key achievements include:</a:t>
            </a:r>
          </a:p>
          <a:p>
            <a:endParaRPr lang="en-US" dirty="0"/>
          </a:p>
          <a:p>
            <a:pPr lvl="1"/>
            <a:r>
              <a:rPr lang="en-US" dirty="0"/>
              <a:t>Ingested and stored multi-source data into Azure Data Lake Storage (ADLS) Gen2, streamlining access to over 5 TB of insurance data and improving data accessibility by 30%.</a:t>
            </a:r>
          </a:p>
          <a:p>
            <a:pPr lvl="1"/>
            <a:r>
              <a:rPr lang="en-US" dirty="0"/>
              <a:t>Processed and transformed raw data with Azure Synapse Analytics, achieving a 25% reduction in data processing time and optimizing the handling of 1.0 million daily claims records.</a:t>
            </a:r>
          </a:p>
          <a:p>
            <a:pPr lvl="1"/>
            <a:r>
              <a:rPr lang="en-US" dirty="0"/>
              <a:t>Conducted advanced analytics using Azure Databricks, uncovering insights from vast datasets and identifying 5 distinct customer segments for targeted marketing.</a:t>
            </a:r>
          </a:p>
          <a:p>
            <a:pPr lvl="1"/>
            <a:r>
              <a:rPr lang="en-US" dirty="0"/>
              <a:t>Automated the data pipeline with Azure Data Factory (ADF), increasing operational efficiency by 20% and reducing manual intervention.</a:t>
            </a:r>
          </a:p>
          <a:p>
            <a:r>
              <a:rPr lang="en-US" dirty="0"/>
              <a:t>The project led to a 15% increase in targeted marketing effectiveness and reduced customer churn by 10%, demonstrating the impact of data-driven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583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9517</TotalTime>
  <Words>877</Words>
  <Application>Microsoft Office PowerPoint</Application>
  <PresentationFormat>Widescreen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Project: Smart Policy Data System</vt:lpstr>
      <vt:lpstr>Brief Summary-Deepak Goyal</vt:lpstr>
      <vt:lpstr>Project: Smart Policy Data System</vt:lpstr>
      <vt:lpstr>Project: Smart Policy Data System- High Level Detail</vt:lpstr>
      <vt:lpstr>Project  Flow Diagram</vt:lpstr>
      <vt:lpstr>Project: Flow Diagram</vt:lpstr>
      <vt:lpstr>Project  Additional Information</vt:lpstr>
      <vt:lpstr>Project: Additional Information</vt:lpstr>
      <vt:lpstr>Your Task  Think and Create Architecture </vt:lpstr>
      <vt:lpstr>Project  Architecture Diagram</vt:lpstr>
      <vt:lpstr>Project: Architecture Diagram</vt:lpstr>
      <vt:lpstr>Project  Components Needed</vt:lpstr>
      <vt:lpstr>Project: Service Components Needed</vt:lpstr>
      <vt:lpstr>Project: Cleanup &amp; Transformation</vt:lpstr>
      <vt:lpstr>Bronze Layer- Create Agent Table</vt:lpstr>
      <vt:lpstr>Silver Layer- Load Branch Data</vt:lpstr>
      <vt:lpstr>Resume Write Up For this Project-1</vt:lpstr>
      <vt:lpstr>Resume Write Up For this Project-2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Connected Vehicles</dc:title>
  <dc:creator>Deepak</dc:creator>
  <cp:lastModifiedBy>Deepak Goyal</cp:lastModifiedBy>
  <cp:revision>34</cp:revision>
  <dcterms:created xsi:type="dcterms:W3CDTF">2022-01-13T16:58:59Z</dcterms:created>
  <dcterms:modified xsi:type="dcterms:W3CDTF">2023-05-14T10:03:47Z</dcterms:modified>
</cp:coreProperties>
</file>